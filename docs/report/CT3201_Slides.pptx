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Lee Tze Hian, Ong Chuan Hau (C240087), See Jun Wen (U2420456K)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Second example: AI also claimed a teammate personally wrote a feature based only on a git commit's account — challenged, and corrected (a commit proves whose account, not who typed the code)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fast; later, wrongly credited a teammate for a feature based only on a git commit's account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catching the wrong-authorship claim,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 teammate wrongly credited;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failures — directional NPC animation, and a wrong authorship claim — were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