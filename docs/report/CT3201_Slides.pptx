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49039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200"/>
              </a:spcAft>
            </a:pPr>
            <a:r>
              <a:rPr sz="1800" b="1">
                <a:solidFill>
                  <a:srgbClr val="C8820E"/>
                </a:solidFill>
              </a:rPr>
              <a:t>▸  </a:t>
            </a:r>
            <a:r>
              <a:rPr sz="1800" b="1">
                <a:solidFill>
                  <a:srgbClr val="1F4E79"/>
                </a:solidFill>
              </a:rPr>
              <a:t>Team: </a:t>
            </a:r>
            <a:r>
              <a:rPr sz="18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15000"/>
              </a:lnSpc>
              <a:spcAft>
                <a:spcPts val="2200"/>
              </a:spcAft>
            </a:pPr>
            <a:r>
              <a:rPr sz="1800" b="1">
                <a:solidFill>
                  <a:srgbClr val="C8820E"/>
                </a:solidFill>
              </a:rPr>
              <a:t>▸  </a:t>
            </a:r>
            <a:r>
              <a:rPr sz="1800" b="1">
                <a:solidFill>
                  <a:srgbClr val="1F4E79"/>
                </a:solidFill>
              </a:rPr>
              <a:t>Problem area: </a:t>
            </a:r>
            <a:r>
              <a:rPr sz="18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15000"/>
              </a:lnSpc>
              <a:spcAft>
                <a:spcPts val="2200"/>
              </a:spcAft>
            </a:pPr>
            <a:r>
              <a:rPr sz="1800" b="1">
                <a:solidFill>
                  <a:srgbClr val="C8820E"/>
                </a:solidFill>
              </a:rPr>
              <a:t>▸  </a:t>
            </a:r>
            <a:r>
              <a:rPr sz="18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  <p:pic>
        <p:nvPicPr>
          <p:cNvPr id="9" name="Picture 8" descr="crop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920" y="1143000"/>
            <a:ext cx="356616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Challenge BFS-with-fire-as-a-wall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BFS minimises tiles, not danger - it walks through fire to save a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Treat hazards as weighted costs; use cost-aware search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Suggest alternative search strategies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Dijkstra / A* / Greedy and their trade-offs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Implement all four to compare on our own map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Point out assumptions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We assumed a full map of occupant locations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Add partial observability + frontier exploration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What could make it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Locked door on the only corridor; a collapse could trap someone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Key sub-goal; connectivity-checked collapse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232946"/>
            <a:ext cx="4203330" cy="6771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5 - Final AI Solution</a:t>
            </a:r>
          </a:p>
          <a:p>
            <a:r>
              <a:rPr sz="1200" dirty="0">
                <a:solidFill>
                  <a:srgbClr val="C9D7E4"/>
                </a:solidFill>
              </a:rPr>
              <a:t>Playable game + </a:t>
            </a:r>
            <a:r>
              <a:rPr lang="en-SG" sz="1200" dirty="0">
                <a:solidFill>
                  <a:srgbClr val="C9D7E4"/>
                </a:solidFill>
              </a:rPr>
              <a:t>A</a:t>
            </a:r>
            <a:r>
              <a:rPr sz="1200" dirty="0" err="1">
                <a:solidFill>
                  <a:srgbClr val="C9D7E4"/>
                </a:solidFill>
              </a:rPr>
              <a:t>utonomous</a:t>
            </a:r>
            <a:r>
              <a:rPr sz="1200" dirty="0">
                <a:solidFill>
                  <a:srgbClr val="C9D7E4"/>
                </a:solidFill>
              </a:rPr>
              <a:t>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Techniques (from the brief's list): </a:t>
            </a:r>
            <a:r>
              <a:rPr sz="1600">
                <a:solidFill>
                  <a:srgbClr val="2B2B2B"/>
                </a:solidFill>
              </a:rPr>
              <a:t>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  <p:pic>
        <p:nvPicPr>
          <p:cNvPr id="12" name="Picture 11" descr="slide6_two_pan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160520"/>
            <a:ext cx="598932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 Tested systematically (10 stages x 3 layouts x 5 fire times): Greedy costlier than A* in 98 of 150 situations, never cheaper.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Fairness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Privacy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Security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Accountability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Human oversight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helped: </a:t>
            </a:r>
            <a:r>
              <a:rPr sz="16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got wrong: </a:t>
            </a:r>
            <a:r>
              <a:rPr sz="16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Accepted: </a:t>
            </a:r>
            <a:r>
              <a:rPr sz="16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Rejected: </a:t>
            </a:r>
            <a:r>
              <a:rPr sz="16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Verified via: </a:t>
            </a:r>
            <a:r>
              <a:rPr sz="16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Human judgement was necessary for: </a:t>
            </a:r>
            <a:r>
              <a:rPr sz="16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If we'd blindly followed AI: </a:t>
            </a:r>
            <a:r>
              <a:rPr sz="16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Learned: </a:t>
            </a:r>
            <a:r>
              <a:rPr sz="16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  <p:pic>
        <p:nvPicPr>
          <p:cNvPr id="10" name="Picture 9" descr="crop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560" y="4754880"/>
            <a:ext cx="2468880" cy="1645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1811</Words>
  <Application>Microsoft Office PowerPoint</Application>
  <PresentationFormat>Widescreen</PresentationFormat>
  <Paragraphs>181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#ONG CHUAN HAU#</cp:lastModifiedBy>
  <cp:revision>3</cp:revision>
  <dcterms:created xsi:type="dcterms:W3CDTF">2013-01-27T09:14:16Z</dcterms:created>
  <dcterms:modified xsi:type="dcterms:W3CDTF">2026-10-01T16:57:07Z</dcterms:modified>
  <cp:category/>
</cp:coreProperties>
</file>