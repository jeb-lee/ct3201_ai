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Hian, Ong Chuan Hau (U2420725E), See Jun Wen (U2420456K)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failures — directional NPC animation, and a wrong authorship claim — were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