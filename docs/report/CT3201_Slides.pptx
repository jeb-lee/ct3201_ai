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Agent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State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Goal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Constraints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Information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Challenge BFS-with-fire-as-a-wall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Treat hazards as weighted costs; use cost-aware search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Suggest alternative search strategies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Dijkstra / A* / Greedy and their trade-offs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Implement all four to compare on our own map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Point out assumptions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We assumed a full map of occupant locations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Add partial observability + frontier exploration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What could make it fail?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/>
                        <a:t>Key sub-goal; connectivity-checked collapse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 anchor="ctr"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 anchor="ctr">
                    <a:solidFill>
                      <a:srgbClr val="FAF1D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 anchor="ctr"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5 - Final AI Solution</a:t>
            </a:r>
          </a:p>
          <a:p>
            <a:r>
              <a:rPr sz="1200">
                <a:solidFill>
                  <a:srgbClr val="C9D7E4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360420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helped: </a:t>
            </a:r>
            <a:r>
              <a:rPr sz="13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got wrong: </a:t>
            </a:r>
            <a:r>
              <a:rPr sz="13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Accepted: </a:t>
            </a:r>
            <a:r>
              <a:rPr sz="13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Rejected: </a:t>
            </a:r>
            <a:r>
              <a:rPr sz="13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Verified via: </a:t>
            </a:r>
            <a:r>
              <a:rPr sz="13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Human judgement was necessary for: </a:t>
            </a:r>
            <a:r>
              <a:rPr sz="13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If we'd blindly followed AI: </a:t>
            </a:r>
            <a:r>
              <a:rPr sz="13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Learned: </a:t>
            </a:r>
            <a:r>
              <a:rPr sz="13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