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Treat hazards as weighted costs; use cost-aware search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Implement all four to compare on our own map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Add partial observability + frontier exploration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Key sub-goal; connectivity-checked collapse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232946"/>
            <a:ext cx="4203330" cy="6771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 dirty="0">
                <a:solidFill>
                  <a:srgbClr val="FFFFFF"/>
                </a:solidFill>
              </a:rPr>
              <a:t>5 - Final AI Solution</a:t>
            </a:r>
          </a:p>
          <a:p>
            <a:r>
              <a:rPr sz="1200" dirty="0">
                <a:solidFill>
                  <a:srgbClr val="C9D7E4"/>
                </a:solidFill>
              </a:rPr>
              <a:t>Playable game + </a:t>
            </a:r>
            <a:r>
              <a:rPr lang="en-SG" sz="1200" dirty="0">
                <a:solidFill>
                  <a:srgbClr val="C9D7E4"/>
                </a:solidFill>
              </a:rPr>
              <a:t>A</a:t>
            </a:r>
            <a:r>
              <a:rPr sz="1200" dirty="0" err="1">
                <a:solidFill>
                  <a:srgbClr val="C9D7E4"/>
                </a:solidFill>
              </a:rPr>
              <a:t>utonomous</a:t>
            </a:r>
            <a:r>
              <a:rPr sz="1200" dirty="0">
                <a:solidFill>
                  <a:srgbClr val="C9D7E4"/>
                </a:solidFill>
              </a:rPr>
              <a:t>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Techniques (from the brief's list): </a:t>
            </a:r>
            <a:r>
              <a:rPr sz="1600">
                <a:solidFill>
                  <a:srgbClr val="2B2B2B"/>
                </a:solidFill>
              </a:rPr>
              <a:t>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  <p:pic>
        <p:nvPicPr>
          <p:cNvPr id="12" name="Picture 11" descr="slide6_two_pan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160520"/>
            <a:ext cx="5989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Fairness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Transparency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Privacy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Accountability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Human oversight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helped: </a:t>
            </a:r>
            <a:r>
              <a:rPr sz="16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AI got wrong: </a:t>
            </a:r>
            <a:r>
              <a:rPr sz="16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Accepted: </a:t>
            </a:r>
            <a:r>
              <a:rPr sz="16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Rejected: </a:t>
            </a:r>
            <a:r>
              <a:rPr sz="16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Verified via: </a:t>
            </a:r>
            <a:r>
              <a:rPr sz="16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Human judgement was necessary for: </a:t>
            </a:r>
            <a:r>
              <a:rPr sz="16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If we'd blindly followed AI: </a:t>
            </a:r>
            <a:r>
              <a:rPr sz="16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 b="1">
                <a:solidFill>
                  <a:srgbClr val="1F4E79"/>
                </a:solidFill>
              </a:rPr>
              <a:t>Learned: </a:t>
            </a:r>
            <a:r>
              <a:rPr sz="16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1811</Words>
  <Application>Microsoft Office PowerPoint</Application>
  <PresentationFormat>Widescreen</PresentationFormat>
  <Paragraphs>181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#ONG CHUAN HAU#</cp:lastModifiedBy>
  <cp:revision>3</cp:revision>
  <dcterms:created xsi:type="dcterms:W3CDTF">2013-01-27T09:14:16Z</dcterms:created>
  <dcterms:modified xsi:type="dcterms:W3CDTF">2026-10-01T16:57:07Z</dcterms:modified>
  <cp:category/>
</cp:coreProperties>
</file>