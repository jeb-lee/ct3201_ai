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8820E"/>
                </a:solidFill>
              </a:rPr>
              <a:t>▸  </a:t>
            </a:r>
            <a:r>
              <a:rPr sz="1300" b="1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