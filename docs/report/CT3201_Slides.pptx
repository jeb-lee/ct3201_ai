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Pyro Pete: Emergency Evacuation</a:t>
            </a:r>
          </a:p>
          <a:p>
            <a:r>
              <a:rPr sz="1300">
                <a:solidFill>
                  <a:srgbClr val="666666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Team: Lee Tze Hian, Ong Chuan Hau (C240087), See Jun Wen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area: search / intelligent agent / decision-making under uncertainty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Can AI help us design AI — and can we recognise when AI is wrong?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1 - Problem Definition</a:t>
            </a:r>
          </a:p>
          <a:p>
            <a:r>
              <a:rPr sz="1300">
                <a:solidFill>
                  <a:srgbClr val="666666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Problem: occupants who don't know a burning building's layout must be found and led to an exit before fire, smoke and collapse cut the route off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User: a rescuer inside the building (human or AI) — the system is a decision-support tool that proposes a route, not an autonomous replacement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Environment: multi-room floor plan as a grid graph; hazards evolve over time; only a small radius is visible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Desired outcome: all reachable occupants out, then the rescuer out — fast, with minimal hazard exposure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Main decision: push deeper for another occupant, or take the ones I have and get out now?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Think first: the team brainstormed and picked this problem before opening any AI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2 - Initial Human Solution</a:t>
            </a:r>
          </a:p>
          <a:p>
            <a:r>
              <a:rPr sz="1300">
                <a:solidFill>
                  <a:srgbClr val="666666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Initial plan: BFS to the nearest occupant, escort out, repeat; treat fire as a wall — worked out once AI-assisted implementation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3 - AI-Assisted Exploration</a:t>
            </a:r>
          </a:p>
          <a:p>
            <a:r>
              <a:rPr sz="1300">
                <a:solidFill>
                  <a:srgbClr val="666666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4 - AI Critique and Student Decisions</a:t>
            </a:r>
          </a:p>
          <a:p>
            <a:r>
              <a:rPr sz="1300">
                <a:solidFill>
                  <a:srgbClr val="666666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Greedy Best-First (fewer expansions)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not cost-optimal on a weighted map; comparison harness shows BFS routes through 9 fire tiles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A* over the hazard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ties Dijkstra for optimality, far fewer expansions; search theory + harness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Keep BFS for unweighted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fire-ring counting &amp; connectivity have no weights; unit tests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Generate NPC walk as AI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video model only did side-view, unstable; checked vs engine needs (see ai_critique.md)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Perfect (single-path) maze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Modify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every search returns the same route -&gt; braided the maze so routing has choices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Give the agent a full occupant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contradicts 'you don't know the building'; unbalances the human-vs-AI 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5 - Final AI Solution</a:t>
            </a:r>
          </a:p>
          <a:p>
            <a:r>
              <a:rPr sz="1300">
                <a:solidFill>
                  <a:srgbClr val="666666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Decision loop: sense (vision radius) -&gt; choose goal -&gt; hazard-weighted A* plan -&gt; step -&gt; re-plan every 0.25 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Goal selection: nearest KNOWN occupant by weighted distance; else nearest unexplored area; else the exit; key first if a door blocks the goal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Systems: spreading fire + functional smoke • sparking panels • timed ceiling collapse • locked door + key • fog of war with memory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Score: 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851409" cy="251460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7719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6 - Evaluation and Testing</a:t>
            </a:r>
          </a:p>
          <a:p>
            <a:r>
              <a:rPr sz="1300">
                <a:solidFill>
                  <a:srgbClr val="666666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AI recommendation tested: 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BFS (unweighted)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101.8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Greedy best-first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  (only when the straight line is safe)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Appropriate? NO - 'fewer expansions' optimises the wrong thing. BFS/Greedy minimise tiles, not danger.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Evidence: BFS route = 2.3x the cost through 9 burning tiles. A* = Dijkstra cost, fewer expansions -&gt; optimal AND fast.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Decision: A* for routing; Greedy &amp; BFS rejected; BFS kept only for unweighted jobs.  Plus 12 unit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7 - Responsible AI</a:t>
            </a:r>
          </a:p>
          <a:p>
            <a:r>
              <a:rPr sz="1300">
                <a:solidFill>
                  <a:srgbClr val="666666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Should it deploy? 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Critical Evaluation — What AI Got Wrong</a:t>
            </a:r>
          </a:p>
          <a:p>
            <a:r>
              <a:rPr sz="1300">
                <a:solidFill>
                  <a:srgbClr val="666666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worked: side-view (left/right) walk clips, concept art, the whole implementation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didn't: no working “toward camera” or “away from camera” walk, across multiple re-prompts — that axis never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AI got wrong: it treated “looks like a walk” as done; it never delivered a complete, 4-direction, production-ready 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How verified: checked against the engine's own requirements — 4 directions, fixed sprite size, feet-anchored — it met exactly one of four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Corrected: assembled the 4-direction set from mixed sources (front/back from the character sheet, one side frame mirrored) + a procedural walk bob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Second example: AI also claimed a teammate personally wrote a feature based only on a git commit's account — challenged, and corrected (a commit proves whose account, not who typed the code)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This is the mandatory identified → verified → corrected example.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8 - Human-AI Reflection</a:t>
            </a:r>
          </a:p>
          <a:p>
            <a:r>
              <a:rPr sz="1300">
                <a:solidFill>
                  <a:srgbClr val="666666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helped: explained tiles-vs-cost, listed search options, caught bad assumptions; later, built the whole UI rebuild fast (results, menus, pause, HUD, intro)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got wrong: the video model couldn't animate toward/away from camera; recommended Greedy without weighing safe vs fast; later, wrongly credited a teammate for a feature based only on a git commit's account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Accepted: weighted costs, A*, partial observability, key sub-goal, connectivity-checked collapse, braided maze; later, the UI rebuild — reviewed screen by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Rejected: Greedy &amp; BFS for routing, full occupant map, AI-video for toward/away; later, AI opening PRs or merging into master unprompted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Verified via: search theory, a purpose-built harness, unit tests, assets vs engine requirements; later, real screenshots, the real test suite, the real game run end-to-end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Human judgement was necessary for: scope, tuning, seeing the AI failure was narrow, the Responsible-AI stance, catching the wrong-authorship claim, judging the UI by eye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If we'd blindly followed AI: agent walks through fire (looks like bad balance, not a wrong algorithm); a teammate wrongly credited; AI colliding with a teammate's work on master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Learned: a technically-true claim (“fewer expansions”) can still be wrong for the problem; a git commit proves whose account, not who typed the code — verify evidence, not summaries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Designed the agent human-first, then used AI to challenge and broaden 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The AI's clearest failures — directional NPC animation, and a wrong authorship claim — were identified, verified, and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widened the option space and sped the work; the objective, the verification and every final decision were 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